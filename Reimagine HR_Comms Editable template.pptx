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160000" cy="10642600"/>
  <p:notesSz cx="10160000" cy="1064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7F46E-6B09-4F44-A6F6-6DEF336A29E6}" v="3" dt="2025-03-24T11:58:07.2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6"/>
  </p:normalViewPr>
  <p:slideViewPr>
    <p:cSldViewPr>
      <p:cViewPr varScale="1">
        <p:scale>
          <a:sx n="54" d="100"/>
          <a:sy n="54" d="100"/>
        </p:scale>
        <p:origin x="2856" y="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hree M" userId="fcd59296-c470-4afb-b4a1-8ad0161a0628" providerId="ADAL" clId="{6657F46E-6B09-4F44-A6F6-6DEF336A29E6}"/>
    <pc:docChg chg="custSel modSld modMainMaster">
      <pc:chgData name="Tejashree M" userId="fcd59296-c470-4afb-b4a1-8ad0161a0628" providerId="ADAL" clId="{6657F46E-6B09-4F44-A6F6-6DEF336A29E6}" dt="2025-03-24T12:23:58.274" v="16" actId="478"/>
      <pc:docMkLst>
        <pc:docMk/>
      </pc:docMkLst>
      <pc:sldChg chg="addSp delSp modSp mod">
        <pc:chgData name="Tejashree M" userId="fcd59296-c470-4afb-b4a1-8ad0161a0628" providerId="ADAL" clId="{6657F46E-6B09-4F44-A6F6-6DEF336A29E6}" dt="2025-03-24T12:23:58.274" v="16" actId="478"/>
        <pc:sldMkLst>
          <pc:docMk/>
          <pc:sldMk cId="0" sldId="256"/>
        </pc:sldMkLst>
        <pc:spChg chg="mod">
          <ac:chgData name="Tejashree M" userId="fcd59296-c470-4afb-b4a1-8ad0161a0628" providerId="ADAL" clId="{6657F46E-6B09-4F44-A6F6-6DEF336A29E6}" dt="2025-03-24T11:58:23.804" v="15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Tejashree M" userId="fcd59296-c470-4afb-b4a1-8ad0161a0628" providerId="ADAL" clId="{6657F46E-6B09-4F44-A6F6-6DEF336A29E6}" dt="2025-03-24T11:57:02.793" v="3"/>
          <ac:spMkLst>
            <pc:docMk/>
            <pc:sldMk cId="0" sldId="256"/>
            <ac:spMk id="21" creationId="{71F05585-D8DC-778B-8D0A-98A4F72C843D}"/>
          </ac:spMkLst>
        </pc:spChg>
        <pc:spChg chg="add mod">
          <ac:chgData name="Tejashree M" userId="fcd59296-c470-4afb-b4a1-8ad0161a0628" providerId="ADAL" clId="{6657F46E-6B09-4F44-A6F6-6DEF336A29E6}" dt="2025-03-24T11:58:13.458" v="13"/>
          <ac:spMkLst>
            <pc:docMk/>
            <pc:sldMk cId="0" sldId="256"/>
            <ac:spMk id="22" creationId="{7DBEF65C-3EDF-F15C-89E1-F0F668DF2CF1}"/>
          </ac:spMkLst>
        </pc:spChg>
        <pc:grpChg chg="del">
          <ac:chgData name="Tejashree M" userId="fcd59296-c470-4afb-b4a1-8ad0161a0628" providerId="ADAL" clId="{6657F46E-6B09-4F44-A6F6-6DEF336A29E6}" dt="2025-03-24T12:23:58.274" v="16" actId="478"/>
          <ac:grpSpMkLst>
            <pc:docMk/>
            <pc:sldMk cId="0" sldId="256"/>
            <ac:grpSpMk id="6" creationId="{00000000-0000-0000-0000-000000000000}"/>
          </ac:grpSpMkLst>
        </pc:grpChg>
      </pc:sldChg>
      <pc:sldMasterChg chg="addSp delSp modSp mod">
        <pc:chgData name="Tejashree M" userId="fcd59296-c470-4afb-b4a1-8ad0161a0628" providerId="ADAL" clId="{6657F46E-6B09-4F44-A6F6-6DEF336A29E6}" dt="2025-03-24T11:57:44.307" v="11"/>
        <pc:sldMasterMkLst>
          <pc:docMk/>
          <pc:sldMasterMk cId="0" sldId="2147483648"/>
        </pc:sldMasterMkLst>
        <pc:spChg chg="del">
          <ac:chgData name="Tejashree M" userId="fcd59296-c470-4afb-b4a1-8ad0161a0628" providerId="ADAL" clId="{6657F46E-6B09-4F44-A6F6-6DEF336A29E6}" dt="2025-03-24T11:57:15.945" v="7" actId="478"/>
          <ac:spMkLst>
            <pc:docMk/>
            <pc:sldMasterMk cId="0" sldId="2147483648"/>
            <ac:spMk id="2" creationId="{00000000-0000-0000-0000-000000000000}"/>
          </ac:spMkLst>
        </pc:spChg>
        <pc:spChg chg="del">
          <ac:chgData name="Tejashree M" userId="fcd59296-c470-4afb-b4a1-8ad0161a0628" providerId="ADAL" clId="{6657F46E-6B09-4F44-A6F6-6DEF336A29E6}" dt="2025-03-24T11:57:15.945" v="7" actId="478"/>
          <ac:spMkLst>
            <pc:docMk/>
            <pc:sldMasterMk cId="0" sldId="2147483648"/>
            <ac:spMk id="23" creationId="{00000000-0000-0000-0000-000000000000}"/>
          </ac:spMkLst>
        </pc:spChg>
        <pc:picChg chg="add mod">
          <ac:chgData name="Tejashree M" userId="fcd59296-c470-4afb-b4a1-8ad0161a0628" providerId="ADAL" clId="{6657F46E-6B09-4F44-A6F6-6DEF336A29E6}" dt="2025-03-24T11:57:44.307" v="11"/>
          <ac:picMkLst>
            <pc:docMk/>
            <pc:sldMasterMk cId="0" sldId="2147483648"/>
            <ac:picMk id="7" creationId="{AC3176AC-45DF-18C5-BABE-B2874928F85D}"/>
          </ac:picMkLst>
        </pc:picChg>
        <pc:picChg chg="del mod">
          <ac:chgData name="Tejashree M" userId="fcd59296-c470-4afb-b4a1-8ad0161a0628" providerId="ADAL" clId="{6657F46E-6B09-4F44-A6F6-6DEF336A29E6}" dt="2025-03-24T11:57:12.592" v="6" actId="478"/>
          <ac:picMkLst>
            <pc:docMk/>
            <pc:sldMasterMk cId="0" sldId="2147483648"/>
            <ac:picMk id="16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17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9.758" v="10" actId="478"/>
          <ac:picMkLst>
            <pc:docMk/>
            <pc:sldMasterMk cId="0" sldId="2147483648"/>
            <ac:picMk id="18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9.758" v="10" actId="478"/>
          <ac:picMkLst>
            <pc:docMk/>
            <pc:sldMasterMk cId="0" sldId="2147483648"/>
            <ac:picMk id="19" creationId="{00000000-0000-0000-0000-000000000000}"/>
          </ac:picMkLst>
        </pc:picChg>
        <pc:picChg chg="del mod">
          <ac:chgData name="Tejashree M" userId="fcd59296-c470-4afb-b4a1-8ad0161a0628" providerId="ADAL" clId="{6657F46E-6B09-4F44-A6F6-6DEF336A29E6}" dt="2025-03-24T11:57:17.712" v="9" actId="478"/>
          <ac:picMkLst>
            <pc:docMk/>
            <pc:sldMasterMk cId="0" sldId="2147483648"/>
            <ac:picMk id="20" creationId="{00000000-0000-0000-0000-000000000000}"/>
          </ac:picMkLst>
        </pc:picChg>
        <pc:picChg chg="mod">
          <ac:chgData name="Tejashree M" userId="fcd59296-c470-4afb-b4a1-8ad0161a0628" providerId="ADAL" clId="{6657F46E-6B09-4F44-A6F6-6DEF336A29E6}" dt="2025-03-24T11:57:10.630" v="4" actId="1076"/>
          <ac:picMkLst>
            <pc:docMk/>
            <pc:sldMasterMk cId="0" sldId="2147483648"/>
            <ac:picMk id="21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9.758" v="10" actId="478"/>
          <ac:picMkLst>
            <pc:docMk/>
            <pc:sldMasterMk cId="0" sldId="2147483648"/>
            <ac:picMk id="22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25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26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27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28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29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34" creationId="{00000000-0000-0000-0000-000000000000}"/>
          </ac:picMkLst>
        </pc:picChg>
        <pc:picChg chg="del">
          <ac:chgData name="Tejashree M" userId="fcd59296-c470-4afb-b4a1-8ad0161a0628" providerId="ADAL" clId="{6657F46E-6B09-4F44-A6F6-6DEF336A29E6}" dt="2025-03-24T11:57:15.945" v="7" actId="478"/>
          <ac:picMkLst>
            <pc:docMk/>
            <pc:sldMasterMk cId="0" sldId="2147483648"/>
            <ac:picMk id="35" creationId="{00000000-0000-0000-0000-000000000000}"/>
          </ac:picMkLst>
        </pc:pic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2000" y="3299206"/>
            <a:ext cx="8636000" cy="2234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Source Sans Pro Semibold"/>
                <a:cs typeface="Source Sans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24000" y="5959856"/>
            <a:ext cx="7112000" cy="266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191" y="1479257"/>
            <a:ext cx="5471160" cy="146748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Source Sans Pro Semibold"/>
                <a:cs typeface="Source Sans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191" y="1479257"/>
            <a:ext cx="5471160" cy="146748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Source Sans Pro Semibold"/>
                <a:cs typeface="Source Sans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8000" y="2447798"/>
            <a:ext cx="4419600" cy="7024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32400" y="2447798"/>
            <a:ext cx="4419600" cy="7024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191" y="1479257"/>
            <a:ext cx="5471160" cy="146748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Source Sans Pro Semibold"/>
                <a:cs typeface="Source Sans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0448" y="3818483"/>
            <a:ext cx="9300210" cy="672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54400" y="9897618"/>
            <a:ext cx="3251200" cy="53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8000" y="9897618"/>
            <a:ext cx="2336800" cy="53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315200" y="9897618"/>
            <a:ext cx="2336800" cy="53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 descr="A blue background with a bright light&#10;&#10;AI-generated content may be incorrect.">
            <a:extLst>
              <a:ext uri="{FF2B5EF4-FFF2-40B4-BE49-F238E27FC236}">
                <a16:creationId xmlns:a16="http://schemas.microsoft.com/office/drawing/2014/main" id="{AC3176AC-45DF-18C5-BABE-B2874928F85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60000" cy="3492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429" y="2317543"/>
            <a:ext cx="5471160" cy="70211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800" b="0" dirty="0">
                <a:solidFill>
                  <a:srgbClr val="FFFFFF"/>
                </a:solidFill>
                <a:latin typeface="Source Sans Pro"/>
                <a:cs typeface="Source Sans Pro"/>
              </a:rPr>
              <a:t>With</a:t>
            </a:r>
            <a:r>
              <a:rPr sz="3800" b="0" spc="-75" dirty="0">
                <a:solidFill>
                  <a:srgbClr val="FFFFFF"/>
                </a:solidFill>
                <a:latin typeface="Source Sans Pro"/>
                <a:cs typeface="Source Sans Pro"/>
              </a:rPr>
              <a:t> </a:t>
            </a:r>
            <a:r>
              <a:rPr sz="3800" b="0" spc="-10" dirty="0">
                <a:solidFill>
                  <a:srgbClr val="FFFFFF"/>
                </a:solidFill>
                <a:latin typeface="Source Sans Pro"/>
                <a:cs typeface="Source Sans Pro"/>
              </a:rPr>
              <a:t>Exciting</a:t>
            </a:r>
            <a:r>
              <a:rPr sz="3800" b="0" spc="-70" dirty="0">
                <a:solidFill>
                  <a:srgbClr val="FFFFFF"/>
                </a:solidFill>
                <a:latin typeface="Source Sans Pro"/>
                <a:cs typeface="Source Sans Pro"/>
              </a:rPr>
              <a:t> </a:t>
            </a:r>
            <a:r>
              <a:rPr sz="3800" b="0" dirty="0">
                <a:solidFill>
                  <a:srgbClr val="FFFFFF"/>
                </a:solidFill>
                <a:latin typeface="Source Sans Pro"/>
                <a:cs typeface="Source Sans Pro"/>
              </a:rPr>
              <a:t>New</a:t>
            </a:r>
            <a:r>
              <a:rPr sz="3800" b="0" spc="-70" dirty="0">
                <a:solidFill>
                  <a:srgbClr val="FFFFFF"/>
                </a:solidFill>
                <a:latin typeface="Source Sans Pro"/>
                <a:cs typeface="Source Sans Pro"/>
              </a:rPr>
              <a:t> </a:t>
            </a:r>
            <a:r>
              <a:rPr sz="3800" b="0" spc="-10" dirty="0">
                <a:solidFill>
                  <a:srgbClr val="FFFFFF"/>
                </a:solidFill>
                <a:latin typeface="Source Sans Pro"/>
                <a:cs typeface="Source Sans Pro"/>
              </a:rPr>
              <a:t>Features</a:t>
            </a:r>
            <a:endParaRPr sz="380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803900"/>
            <a:ext cx="10160000" cy="1943100"/>
          </a:xfrm>
          <a:custGeom>
            <a:avLst/>
            <a:gdLst/>
            <a:ahLst/>
            <a:cxnLst/>
            <a:rect l="l" t="t" r="r" b="b"/>
            <a:pathLst>
              <a:path w="10160000" h="1943100">
                <a:moveTo>
                  <a:pt x="10160000" y="0"/>
                </a:moveTo>
                <a:lnTo>
                  <a:pt x="0" y="0"/>
                </a:lnTo>
                <a:lnTo>
                  <a:pt x="0" y="1943100"/>
                </a:lnTo>
                <a:lnTo>
                  <a:pt x="10160000" y="1943100"/>
                </a:lnTo>
                <a:lnTo>
                  <a:pt x="10160000" y="0"/>
                </a:lnTo>
                <a:close/>
              </a:path>
            </a:pathLst>
          </a:custGeom>
          <a:solidFill>
            <a:srgbClr val="FFEDDF">
              <a:alpha val="4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36200"/>
            <a:ext cx="10159999" cy="406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Dear</a:t>
            </a:r>
            <a:r>
              <a:rPr spc="-40" dirty="0"/>
              <a:t> </a:t>
            </a:r>
            <a:r>
              <a:rPr spc="-10" dirty="0"/>
              <a:t>Associates,</a:t>
            </a:r>
          </a:p>
          <a:p>
            <a:pPr marL="12700" marR="5080" algn="just">
              <a:lnSpc>
                <a:spcPct val="114599"/>
              </a:lnSpc>
              <a:spcBef>
                <a:spcPts val="2000"/>
              </a:spcBef>
            </a:pPr>
            <a:r>
              <a:rPr dirty="0"/>
              <a:t>We</a:t>
            </a:r>
            <a:r>
              <a:rPr spc="-3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committed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enabling</a:t>
            </a:r>
            <a:r>
              <a:rPr spc="-30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deliver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seamless</a:t>
            </a:r>
            <a:r>
              <a:rPr spc="-30" dirty="0"/>
              <a:t> </a:t>
            </a:r>
            <a:r>
              <a:rPr dirty="0"/>
              <a:t>employee</a:t>
            </a:r>
            <a:r>
              <a:rPr spc="-30" dirty="0"/>
              <a:t> </a:t>
            </a:r>
            <a:r>
              <a:rPr dirty="0"/>
              <a:t>experience.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regard,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excited</a:t>
            </a:r>
            <a:r>
              <a:rPr spc="-30" dirty="0"/>
              <a:t> </a:t>
            </a:r>
            <a:r>
              <a:rPr spc="-25" dirty="0"/>
              <a:t>to </a:t>
            </a:r>
            <a:r>
              <a:rPr dirty="0"/>
              <a:t>introduce</a:t>
            </a:r>
            <a:r>
              <a:rPr spc="-30" dirty="0"/>
              <a:t> </a:t>
            </a:r>
            <a:r>
              <a:rPr dirty="0"/>
              <a:t>new</a:t>
            </a:r>
            <a:r>
              <a:rPr spc="-30" dirty="0"/>
              <a:t> </a:t>
            </a:r>
            <a:r>
              <a:rPr dirty="0"/>
              <a:t>enhancements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HR</a:t>
            </a:r>
            <a:r>
              <a:rPr spc="-30" dirty="0"/>
              <a:t> </a:t>
            </a:r>
            <a:r>
              <a:rPr spc="-10" dirty="0"/>
              <a:t>Engage</a:t>
            </a:r>
            <a:r>
              <a:rPr spc="-30" dirty="0"/>
              <a:t> </a:t>
            </a:r>
            <a:r>
              <a:rPr dirty="0"/>
              <a:t>tool</a:t>
            </a:r>
            <a:r>
              <a:rPr spc="-30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enable</a:t>
            </a:r>
            <a:r>
              <a:rPr spc="-30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streamline</a:t>
            </a:r>
            <a:r>
              <a:rPr spc="-30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conversations</a:t>
            </a:r>
            <a:r>
              <a:rPr spc="-25" dirty="0"/>
              <a:t> as </a:t>
            </a:r>
            <a:r>
              <a:rPr dirty="0"/>
              <a:t>part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Partner</a:t>
            </a:r>
            <a:r>
              <a:rPr spc="-30" dirty="0"/>
              <a:t> </a:t>
            </a:r>
            <a:r>
              <a:rPr spc="-10" dirty="0"/>
              <a:t>team.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10" dirty="0">
                <a:latin typeface="Source Sans Pro"/>
                <a:cs typeface="Source Sans Pro"/>
              </a:rPr>
              <a:t>Here’s</a:t>
            </a:r>
            <a:r>
              <a:rPr b="1" spc="-30" dirty="0">
                <a:latin typeface="Source Sans Pro"/>
                <a:cs typeface="Source Sans Pro"/>
              </a:rPr>
              <a:t> </a:t>
            </a:r>
            <a:r>
              <a:rPr b="1" dirty="0">
                <a:latin typeface="Source Sans Pro"/>
                <a:cs typeface="Source Sans Pro"/>
              </a:rPr>
              <a:t>what</a:t>
            </a:r>
            <a:r>
              <a:rPr b="1" spc="-30" dirty="0">
                <a:latin typeface="Source Sans Pro"/>
                <a:cs typeface="Source Sans Pro"/>
              </a:rPr>
              <a:t> </a:t>
            </a:r>
            <a:r>
              <a:rPr b="1" dirty="0">
                <a:latin typeface="Source Sans Pro"/>
                <a:cs typeface="Source Sans Pro"/>
              </a:rPr>
              <a:t>you</a:t>
            </a:r>
            <a:r>
              <a:rPr b="1" spc="-25" dirty="0">
                <a:latin typeface="Source Sans Pro"/>
                <a:cs typeface="Source Sans Pro"/>
              </a:rPr>
              <a:t> </a:t>
            </a:r>
            <a:r>
              <a:rPr b="1" dirty="0">
                <a:latin typeface="Source Sans Pro"/>
                <a:cs typeface="Source Sans Pro"/>
              </a:rPr>
              <a:t>can</a:t>
            </a:r>
            <a:r>
              <a:rPr b="1" spc="-30" dirty="0">
                <a:latin typeface="Source Sans Pro"/>
                <a:cs typeface="Source Sans Pro"/>
              </a:rPr>
              <a:t> </a:t>
            </a:r>
            <a:r>
              <a:rPr b="1" spc="-25" dirty="0">
                <a:latin typeface="Source Sans Pro"/>
                <a:cs typeface="Source Sans Pro"/>
              </a:rPr>
              <a:t>do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b="1" spc="-25" dirty="0">
              <a:latin typeface="Source Sans Pro"/>
              <a:cs typeface="Source Sans Pro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/>
              <a:t>Schedule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Connects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1:1,</a:t>
            </a:r>
            <a:r>
              <a:rPr spc="-2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Notice</a:t>
            </a:r>
            <a:r>
              <a:rPr spc="-20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Group</a:t>
            </a:r>
            <a:r>
              <a:rPr spc="-20" dirty="0"/>
              <a:t> </a:t>
            </a:r>
            <a:r>
              <a:rPr dirty="0"/>
              <a:t>connect,</a:t>
            </a:r>
            <a:r>
              <a:rPr spc="-25" dirty="0"/>
              <a:t> </a:t>
            </a:r>
            <a:r>
              <a:rPr dirty="0"/>
              <a:t>schedule</a:t>
            </a:r>
            <a:r>
              <a:rPr spc="-20" dirty="0"/>
              <a:t> </a:t>
            </a:r>
            <a:r>
              <a:rPr dirty="0"/>
              <a:t>them</a:t>
            </a:r>
            <a:r>
              <a:rPr spc="-20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tool.</a:t>
            </a:r>
          </a:p>
          <a:p>
            <a:pPr marL="241300" indent="-228600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241300" algn="l"/>
              </a:tabLst>
            </a:pPr>
            <a:r>
              <a:rPr dirty="0"/>
              <a:t>Summarize</a:t>
            </a:r>
            <a:r>
              <a:rPr spc="-10" dirty="0"/>
              <a:t> </a:t>
            </a:r>
            <a:r>
              <a:rPr dirty="0"/>
              <a:t>your</a:t>
            </a:r>
            <a:r>
              <a:rPr spc="-5" dirty="0"/>
              <a:t> </a:t>
            </a:r>
            <a:r>
              <a:rPr spc="-10" dirty="0"/>
              <a:t>conversations</a:t>
            </a:r>
            <a:r>
              <a:rPr spc="-5" dirty="0"/>
              <a:t> </a:t>
            </a:r>
            <a:r>
              <a:rPr spc="-10" dirty="0"/>
              <a:t>automatically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AI-</a:t>
            </a:r>
            <a:r>
              <a:rPr dirty="0"/>
              <a:t>powered</a:t>
            </a:r>
            <a:r>
              <a:rPr spc="-5" dirty="0"/>
              <a:t> </a:t>
            </a:r>
            <a:r>
              <a:rPr spc="-10" dirty="0"/>
              <a:t>Copilot.</a:t>
            </a:r>
          </a:p>
          <a:p>
            <a:pPr marL="241300" indent="-228600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241300" algn="l"/>
              </a:tabLst>
            </a:pPr>
            <a:r>
              <a:rPr spc="-20" dirty="0"/>
              <a:t>Track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retrieve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meeting</a:t>
            </a:r>
            <a:r>
              <a:rPr spc="-25" dirty="0"/>
              <a:t> </a:t>
            </a:r>
            <a:r>
              <a:rPr dirty="0"/>
              <a:t>summaries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invites</a:t>
            </a:r>
            <a:r>
              <a:rPr spc="-25" dirty="0"/>
              <a:t> </a:t>
            </a:r>
            <a:r>
              <a:rPr dirty="0"/>
              <a:t>easily</a:t>
            </a:r>
            <a:r>
              <a:rPr spc="-3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they</a:t>
            </a:r>
            <a:r>
              <a:rPr spc="-3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now</a:t>
            </a:r>
            <a:r>
              <a:rPr spc="-25" dirty="0"/>
              <a:t> </a:t>
            </a:r>
            <a:r>
              <a:rPr dirty="0"/>
              <a:t>stored</a:t>
            </a:r>
            <a:r>
              <a:rPr spc="-30" dirty="0"/>
              <a:t> </a:t>
            </a:r>
            <a:r>
              <a:rPr spc="-10" dirty="0"/>
              <a:t>centrally.</a:t>
            </a:r>
          </a:p>
          <a:p>
            <a:pPr marL="241300" marR="5080" indent="-228600">
              <a:lnSpc>
                <a:spcPct val="114599"/>
              </a:lnSpc>
              <a:spcBef>
                <a:spcPts val="700"/>
              </a:spcBef>
              <a:buAutoNum type="arabicPeriod"/>
              <a:tabLst>
                <a:tab pos="241300" algn="l"/>
              </a:tabLst>
            </a:pPr>
            <a:r>
              <a:rPr dirty="0"/>
              <a:t>Access</a:t>
            </a:r>
            <a:r>
              <a:rPr spc="295" dirty="0"/>
              <a:t> </a:t>
            </a:r>
            <a:r>
              <a:rPr dirty="0"/>
              <a:t>clear</a:t>
            </a:r>
            <a:r>
              <a:rPr spc="300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dirty="0"/>
              <a:t>consistent</a:t>
            </a:r>
            <a:r>
              <a:rPr spc="300" dirty="0"/>
              <a:t> </a:t>
            </a:r>
            <a:r>
              <a:rPr dirty="0"/>
              <a:t>data</a:t>
            </a:r>
            <a:r>
              <a:rPr spc="295" dirty="0"/>
              <a:t> </a:t>
            </a:r>
            <a:r>
              <a:rPr dirty="0"/>
              <a:t>as</a:t>
            </a:r>
            <a:r>
              <a:rPr spc="300" dirty="0"/>
              <a:t> </a:t>
            </a:r>
            <a:r>
              <a:rPr spc="-10" dirty="0"/>
              <a:t>segment-</a:t>
            </a:r>
            <a:r>
              <a:rPr dirty="0"/>
              <a:t>wise</a:t>
            </a:r>
            <a:r>
              <a:rPr spc="300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dirty="0"/>
              <a:t>BU-wise</a:t>
            </a:r>
            <a:r>
              <a:rPr spc="300" dirty="0"/>
              <a:t> </a:t>
            </a:r>
            <a:r>
              <a:rPr dirty="0"/>
              <a:t>discussion</a:t>
            </a:r>
            <a:r>
              <a:rPr spc="295" dirty="0"/>
              <a:t> </a:t>
            </a:r>
            <a:r>
              <a:rPr dirty="0"/>
              <a:t>summaries</a:t>
            </a:r>
            <a:r>
              <a:rPr spc="300" dirty="0"/>
              <a:t> </a:t>
            </a:r>
            <a:r>
              <a:rPr dirty="0"/>
              <a:t>are</a:t>
            </a:r>
            <a:r>
              <a:rPr spc="295" dirty="0"/>
              <a:t> </a:t>
            </a:r>
            <a:r>
              <a:rPr dirty="0"/>
              <a:t>now</a:t>
            </a:r>
            <a:r>
              <a:rPr spc="300" dirty="0"/>
              <a:t> </a:t>
            </a:r>
            <a:r>
              <a:rPr spc="-10" dirty="0"/>
              <a:t>stored </a:t>
            </a:r>
            <a:r>
              <a:rPr dirty="0"/>
              <a:t>quantitatively</a:t>
            </a:r>
            <a:r>
              <a:rPr spc="-50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25" dirty="0"/>
              <a:t>BI.</a:t>
            </a:r>
          </a:p>
          <a:p>
            <a:pPr marL="12700" marR="2724150">
              <a:lnSpc>
                <a:spcPct val="208300"/>
              </a:lnSpc>
              <a:spcBef>
                <a:spcPts val="900"/>
              </a:spcBef>
            </a:pPr>
            <a:r>
              <a:rPr dirty="0"/>
              <a:t>We</a:t>
            </a:r>
            <a:r>
              <a:rPr spc="-15" dirty="0"/>
              <a:t> </a:t>
            </a:r>
            <a:r>
              <a:rPr spc="-10" dirty="0"/>
              <a:t>encourage</a:t>
            </a:r>
            <a:r>
              <a:rPr spc="-15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explore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unlock</a:t>
            </a:r>
            <a:r>
              <a:rPr spc="-10" dirty="0"/>
              <a:t> </a:t>
            </a: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eﬀiciencies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your</a:t>
            </a:r>
            <a:r>
              <a:rPr spc="-10" dirty="0"/>
              <a:t> interactions. </a:t>
            </a:r>
            <a:r>
              <a:rPr dirty="0"/>
              <a:t>Thank</a:t>
            </a:r>
            <a:r>
              <a:rPr spc="-30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continued</a:t>
            </a:r>
            <a:r>
              <a:rPr spc="-25" dirty="0"/>
              <a:t> </a:t>
            </a:r>
            <a:r>
              <a:rPr spc="-10" dirty="0"/>
              <a:t>support.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Regards,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Source Sans Pro"/>
                <a:cs typeface="Source Sans Pro"/>
              </a:rPr>
              <a:t>ReimAIgine</a:t>
            </a:r>
            <a:r>
              <a:rPr b="1" spc="-15" dirty="0">
                <a:latin typeface="Source Sans Pro"/>
                <a:cs typeface="Source Sans Pro"/>
              </a:rPr>
              <a:t> </a:t>
            </a:r>
            <a:r>
              <a:rPr b="1" dirty="0">
                <a:latin typeface="Source Sans Pro"/>
                <a:cs typeface="Source Sans Pro"/>
              </a:rPr>
              <a:t>HR</a:t>
            </a:r>
            <a:r>
              <a:rPr b="1" spc="-15" dirty="0">
                <a:latin typeface="Source Sans Pro"/>
                <a:cs typeface="Source Sans Pro"/>
              </a:rPr>
              <a:t> </a:t>
            </a:r>
            <a:r>
              <a:rPr b="1" spc="-20" dirty="0">
                <a:latin typeface="Source Sans Pro"/>
                <a:cs typeface="Source Sans Pro"/>
              </a:rPr>
              <a:t>Team</a:t>
            </a: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10" dirty="0"/>
              <a:t>LTIMindtree</a:t>
            </a: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pc="-10" dirty="0"/>
          </a:p>
          <a:p>
            <a:pPr marR="22860" algn="r">
              <a:lnSpc>
                <a:spcPct val="100000"/>
              </a:lnSpc>
              <a:spcBef>
                <a:spcPts val="5"/>
              </a:spcBef>
            </a:pPr>
            <a:r>
              <a:rPr sz="1350" i="1" dirty="0">
                <a:latin typeface="Source Sans Pro"/>
                <a:cs typeface="Source Sans Pro"/>
              </a:rPr>
              <a:t>Designed</a:t>
            </a:r>
            <a:r>
              <a:rPr sz="1350" i="1" spc="15" dirty="0">
                <a:latin typeface="Source Sans Pro"/>
                <a:cs typeface="Source Sans Pro"/>
              </a:rPr>
              <a:t> </a:t>
            </a:r>
            <a:r>
              <a:rPr sz="1350" i="1" dirty="0">
                <a:latin typeface="Source Sans Pro"/>
                <a:cs typeface="Source Sans Pro"/>
              </a:rPr>
              <a:t>by</a:t>
            </a:r>
            <a:r>
              <a:rPr sz="1350" i="1" spc="15" dirty="0">
                <a:latin typeface="Source Sans Pro"/>
                <a:cs typeface="Source Sans Pro"/>
              </a:rPr>
              <a:t> </a:t>
            </a:r>
            <a:r>
              <a:rPr sz="1350" i="1" spc="-10" dirty="0">
                <a:latin typeface="Source Sans Pro"/>
                <a:cs typeface="Source Sans Pro"/>
              </a:rPr>
              <a:t>LTIMindtree</a:t>
            </a:r>
            <a:r>
              <a:rPr sz="1350" i="1" spc="15" dirty="0">
                <a:latin typeface="Source Sans Pro"/>
                <a:cs typeface="Source Sans Pro"/>
              </a:rPr>
              <a:t> </a:t>
            </a:r>
            <a:r>
              <a:rPr sz="1350" i="1" dirty="0">
                <a:latin typeface="Source Sans Pro"/>
                <a:cs typeface="Source Sans Pro"/>
              </a:rPr>
              <a:t>Digital</a:t>
            </a:r>
            <a:r>
              <a:rPr sz="1350" i="1" spc="15" dirty="0">
                <a:latin typeface="Source Sans Pro"/>
                <a:cs typeface="Source Sans Pro"/>
              </a:rPr>
              <a:t> </a:t>
            </a:r>
            <a:r>
              <a:rPr sz="1350" i="1" spc="-10" dirty="0">
                <a:latin typeface="Source Sans Pro"/>
                <a:cs typeface="Source Sans Pro"/>
              </a:rPr>
              <a:t>Studio</a:t>
            </a:r>
            <a:endParaRPr sz="1350">
              <a:latin typeface="Source Sans Pro"/>
              <a:cs typeface="Source Sans Pro"/>
            </a:endParaRPr>
          </a:p>
        </p:txBody>
      </p:sp>
      <p:sp>
        <p:nvSpPr>
          <p:cNvPr id="22" name="Holder 2">
            <a:extLst>
              <a:ext uri="{FF2B5EF4-FFF2-40B4-BE49-F238E27FC236}">
                <a16:creationId xmlns:a16="http://schemas.microsoft.com/office/drawing/2014/main" id="{7DBEF65C-3EDF-F15C-89E1-F0F668DF2CF1}"/>
              </a:ext>
            </a:extLst>
          </p:cNvPr>
          <p:cNvSpPr txBox="1">
            <a:spLocks/>
          </p:cNvSpPr>
          <p:nvPr/>
        </p:nvSpPr>
        <p:spPr>
          <a:xfrm>
            <a:off x="388429" y="1631950"/>
            <a:ext cx="5565140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 i="0">
                <a:gradFill>
                  <a:gsLst>
                    <a:gs pos="0">
                      <a:srgbClr val="FBAE79"/>
                    </a:gs>
                    <a:gs pos="51000">
                      <a:srgbClr val="E7A988"/>
                    </a:gs>
                    <a:gs pos="79000">
                      <a:srgbClr val="9C96C2"/>
                    </a:gs>
                    <a:gs pos="100000">
                      <a:srgbClr val="5C74C5"/>
                    </a:gs>
                  </a:gsLst>
                  <a:lin ang="0" scaled="0"/>
                </a:gradFill>
                <a:latin typeface="Source Sans Pro Semibold"/>
                <a:ea typeface="+mj-ea"/>
                <a:cs typeface="Source Sans Pro Semibold"/>
              </a:defRPr>
            </a:lvl1pPr>
          </a:lstStyle>
          <a:p>
            <a:r>
              <a:rPr lang="en-IN" dirty="0"/>
              <a:t>HR</a:t>
            </a:r>
            <a:r>
              <a:rPr lang="en-IN" spc="-80" dirty="0"/>
              <a:t> </a:t>
            </a:r>
            <a:r>
              <a:rPr lang="en-IN" dirty="0"/>
              <a:t>Engage</a:t>
            </a:r>
            <a:r>
              <a:rPr lang="en-IN" spc="-75" dirty="0"/>
              <a:t> </a:t>
            </a:r>
            <a:r>
              <a:rPr lang="en-IN" spc="-20" dirty="0"/>
              <a:t>tool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151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Source Sans Pro</vt:lpstr>
      <vt:lpstr>Source Sans Pro Semibold</vt:lpstr>
      <vt:lpstr>Office Theme</vt:lpstr>
      <vt:lpstr>With Exciting New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Reimagine HR_</dc:title>
  <cp:lastModifiedBy>Tejashree M</cp:lastModifiedBy>
  <cp:revision>1</cp:revision>
  <dcterms:created xsi:type="dcterms:W3CDTF">2025-03-24T11:56:50Z</dcterms:created>
  <dcterms:modified xsi:type="dcterms:W3CDTF">2025-03-24T12:24:00Z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Creator">
    <vt:lpwstr>Adobe Illustrator 29.3 (Macintosh)</vt:lpwstr>
  </property>
  <property fmtid="{D5CDD505-2E9C-101B-9397-08002B2CF9AE}" pid="4" name="LastSaved">
    <vt:filetime>2025-03-24T00:00:00Z</vt:filetime>
  </property>
  <property fmtid="{D5CDD505-2E9C-101B-9397-08002B2CF9AE}" pid="5" name="Producer">
    <vt:lpwstr>Adobe PDF library 17.00</vt:lpwstr>
  </property>
</Properties>
</file>